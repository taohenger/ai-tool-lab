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13661cf5fcb4a2d" /><Relationship Type="http://schemas.openxmlformats.org/package/2006/relationships/metadata/core-properties" Target="/docProps/core.xml" Id="R2ef8632945d6416c" /><Relationship Type="http://schemas.openxmlformats.org/officeDocument/2006/relationships/extended-properties" Target="/docProps/app.xml" Id="R819db360add442e7" /><Relationship Type="http://schemas.openxmlformats.org/officeDocument/2006/relationships/custom-properties" Target="/docProps/custom.xml" Id="Re3a2c255dff64ab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92608a029694550"/>
    <p:sldId id="257" r:id="R8cf3eb324cf842b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92608a029694550" /><Relationship Type="http://schemas.openxmlformats.org/officeDocument/2006/relationships/slide" Target="/ppt/slides/slide2.xml" Id="R8cf3eb324cf842b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31e95698546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3136d0d694a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b3369160148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0d33f66a243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397e895034f9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fa5d5b65d2c4dc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08a446b5648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f7185f556485c" /><Relationship Type="http://schemas.openxmlformats.org/officeDocument/2006/relationships/chart" Target="/ppt/slides/charts/chart1.xml" Id="R3f7f9c0693ff4cc8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季度收入</a:t>
            </a:r>
          </a:p>
        </c:rich>
      </c:tx>
      <c:overlay val="0"/>
    </c:title>
    <c:plotArea>
      <c:layout/>
      <c:barChart>
        <c:barDir val="bar"/>
        <c:grouping val="clustered"/>
        <c:varyColors val="0"/>
        <c:ser>
          <c:idx val="0"/>
          <c:order val="0"/>
          <c:tx>
            <c:v>Q1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1"/>
              <c:pt idx="0">
                <c:v>1</c:v>
              </c:pt>
            </c:strLit>
          </c:cat>
          <c:val>
            <c:numLit>
              <c:formatCode>General</c:formatCode>
              <c:ptCount val="1"/>
              <c:pt idx="0">
                <c:v>1000</c:v>
              </c:pt>
            </c:numLit>
          </c:val>
        </c:ser>
        <c:ser>
          <c:idx val="1"/>
          <c:order val="1"/>
          <c:tx>
            <c:v>Q2</c:v>
          </c:tx>
          <c:spPr>
            <a:solidFill xmlns:a="http://schemas.openxmlformats.org/drawingml/2006/main">
              <a:srgbClr val="ED7D31"/>
            </a:solidFill>
          </c:spPr>
          <c:invertIfNegative val="0"/>
          <c:cat>
            <c:strLit>
              <c:ptCount val="1"/>
              <c:pt idx="0">
                <c:v>1</c:v>
              </c:pt>
            </c:strLit>
          </c:cat>
          <c:val>
            <c:numLit>
              <c:formatCode>General</c:formatCode>
              <c:ptCount val="1"/>
              <c:pt idx="0">
                <c:v>1200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72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Hello OfficeCLI PPT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720000" y="36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/>
              <a:t>演示文稿标题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0002" name="Table 1"/>
          <p:cNvGraphicFramePr/>
          <p:nvPr/>
        </p:nvGraphicFramePr>
        <p:xfrm>
          <a:off xmlns:a="http://schemas.openxmlformats.org/drawingml/2006/main" x="720000" y="1080000"/>
          <a:ext xmlns:a="http://schemas.openxmlformats.org/drawingml/2006/main" cx="7200000" cy="288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00000"/>
                <a:gridCol w="2400000"/>
                <a:gridCol w="2400000"/>
              </a:tblGrid>
              <a:tr h="960000">
                <a:tc>
                  <a:txBody>
                    <a:bodyPr/>
                    <a:lstStyle/>
                    <a:p>
                      <a:r>
                        <a:rPr lang="en-US"/>
                        <a:t>季度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成本</a:t>
                      </a:r>
                    </a:p>
                  </a:txBody>
                  <a:tcPr/>
                </a:tc>
              </a:tr>
              <a:tr h="960000">
                <a:tc>
                  <a:txBody>
                    <a:bodyPr/>
                    <a:lstStyle/>
                    <a:p>
                      <a:r>
                        <a:rPr lang="en-US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600</a:t>
                      </a:r>
                    </a:p>
                  </a:txBody>
                  <a:tcPr/>
                </a:tc>
              </a:tr>
              <a:tr h="960000">
                <a:tc>
                  <a:txBody>
                    <a:bodyPr/>
                    <a:lstStyle/>
                    <a:p>
                      <a:r>
                        <a:rPr lang="en-US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0003" name="季度收入"/>
          <p:cNvGraphicFramePr/>
          <p:nvPr/>
        </p:nvGraphicFramePr>
        <p:xfrm>
          <a:off xmlns:a="http://schemas.openxmlformats.org/drawingml/2006/main" x="720000" y="4320000"/>
          <a:ext xmlns:a="http://schemas.openxmlformats.org/drawingml/2006/main" cx="7200000" cy="360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7f9c0693ff4cc8"/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2026-08-04T13:59:28Z</dcterms:created>
  <cp:lastModifiedBy>OfficeCLI</cp:lastModifiedBy>
  <dcterms:modified xsi:type="dcterms:W3CDTF">2026-08-04T13:59:28Z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2026-08-04T14:00:58Z</vt:lpwstr>
  </op:property>
</op:Properties>
</file>